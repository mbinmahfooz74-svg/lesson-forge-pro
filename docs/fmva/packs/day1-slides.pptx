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Introduction to Financial Modeling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Lesson Forge Pro (owner)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This content is educational material only and does not constitute financial, investment, or trading advice.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to Financial Modeling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Session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 this 90-minute session, we will introduce the concept of financial modeling, its importance in investment decisions, and the key components involved. By the 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Timed 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1. Introduction and Icebreaker (5 minutes, 0:00-0:05)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2. Defining Financial Modeling (15 minutes, 0:05-0:20)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3. Key Components of Financial Modeling (20 minutes, 0:20-0:40)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4. Energizer/Break (5 minutes, 0:40-0:45)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5. Role of Financial Modeling in Corporate Finance and Investment (20 minutes, 0:45-1:05)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6. Conclusion and Q&amp;A (20 minutes, 1:05-1:25)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7. Final Thoughts and Next Steps (5 minutes, 1:25-1:30)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and Icebreaker (0:00-0:05)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Welcome learners and briefly introduce the topic of financial modeling. Ask learners to share their prior knowledge or experience with financial modeling. This 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Defining Financial Modeling (0:05-0:20)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Talking Points: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modeling is the process of creating a mathematical representation of a company's financial situation.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It involves using historical data and assumptions to forecast future financial performance.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are used to support investment decisions, such as mergers and acquisitions, and to evaluate the potential impact of different business strategies.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Analogy: Think of financial modeling like building a map. Just as a map helps you navigate through unfamiliar territory, a financial model helps you navigate through the complexities of a company's financial situation and make informed decisions.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Example: The Microsoft-sponsored ModelOff Financial Modeling World Championships is an example of how financial modeling is used in a competitive setting to test speed and accuracy in modeling.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Key Components of Financial Modeling (0:20-0:40)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Talking Points: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statements (balance sheet, income statement, cash flow statement) are the foundation of financial modeling.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Assumptions about future performance, such as revenue growth and expense ratios, are used to forecast future financial results.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Sensitivity analysis is used to test how changes in assumptions affect the model's output.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Analogy: Building a financial model is like constructing a house. The financial statements are the foundation, the assumptions are the blueprint, and the sensitivity analysis is the stress test to ensure the house can withstand different conditions.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Anticipated Learner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is the difference between a financial model and a financial statement?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A financial statement is a historical record of a company's financial performance, while a financial model is a forward-looking representation of a company's financial situation.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How do you determine the assumptions used in a financial model?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Assumptions are based on historical data, industry trends, and management's expectations for future performance.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Energizer/Break (0:40-0:45)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Take a short break to refresh and recharge. Ask learners to think about a time when they had to make a financial decision, such as buying a car or investing in 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Role of Financial Modeling in Corporate Finance and Investment (0:45-1:05)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Talking Points: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are used to evaluate investment opportunities, such as mergers and acquisitions.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They are also used to assess the potential impact of different business strategies, such as expanding into new markets.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can help companies identify areas for cost reduction and improve their overall financial performance.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Example: A company considering an acquisition might use a financial model to evaluate the potential return on investment and determine whether the acquisition is likely to increase shareholder value.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Anticipated Learner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How do financial models support investment decisions?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Financial models provide a framework for evaluating investment opportunities and assessing the potential risks and returns.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Can financial models be used in other areas of business, such as marketing or operations?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Yes, financial models can be used to support decision-making in a variety of areas, including marketing and operations.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Conclusion and Q&amp;A (1:05-1:25)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Summarize the key points covered in the session and ask learners to reflect on what they have learned. Encourage learners to ask questions and engage in a discu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Final Thoughts and Next Steps (1:25-1:30)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Provide learners with additional resources for further learning, such as books or online courses. Encourage learners to practice building their own financial 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2026-07-08T18:25:08Z</dcterms:created>
  <dcterms:modified xsi:type="dcterms:W3CDTF">2026-07-08T18:25:08Z</dcterms:modified>
</cp:coreProperties>
</file>