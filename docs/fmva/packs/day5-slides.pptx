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45309"/>
                </a:solidFill>
              </a:rPr>
              <a:t>Financial Modeling for Mergers and Acquisitions (M&amp;A) and Investment Decisions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30175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</a:rPr>
              <a:t>Lesson Forge Pro (owner)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43891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This content is educational material only and does not constitute financial, investment, or trading advice.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Financial Modeling for Mergers and Acquisitions (M&amp;A) and Investment Decisions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Session Overview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 this 120-minute session, we will explore the application of financial modeling techniques to evaluate Mergers and Acquisitions (M&amp;A) opportunities and analyz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Timed Agenda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Time | Topic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--- | ---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0:00 - 5:00 | Introduction and Objectives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5:00 - 20:00 | Financial Modeling Basics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20:00 - 30:00 | Energizer/Break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30:00 - 50:00 | Applying Financial Models to M&amp;A and Investment Decisions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50:00 - 70:00 | Evaluating Financing Options and Investment Returns |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| 70:00 - 90:00 | Case Study and Group Discussion |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Introduction and Objectives (0:00 - 5:00)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Welcome to the session on Financial Modeling for Mergers and Acquisitions (M&amp;A) and Investment Decisions. My name is [Your Name], and I will be your instructor 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Apply financial modeling techniques to evaluate M&amp;A opportunities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Analyze investment decisions using financial models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Evaluate the impact of different financing options on investment returns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To illustrate the importance of financial modeling, consider a chef who needs to plan a menu for a large event. Just as a chef needs to plan the ingredients, co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Financial Modeling Basics (5:00 - 20:00)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modeling typically entails financial statement forecasting, usually the preparation of detailed company-specific models used for decision-making purpo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 good financial model should be transparent, auditable, and well-documented, with clear labeling and documentation of assumptions. This is like creating a blue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Energizer/Break (20:00 - 30:00)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take a short break to stretch our minds and bodies. Please stand up, stretch, and move around the room. We will also do a quick energizer activity to get 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Applying Financial Models to M&amp;A and Investment Decisions (30:00 - 50:00)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models can be used to evaluate M&amp;A opportunities by estimating the potential synergies and cost savings of a merger or acquisition. For example, consi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To illustrate this concept, let's consider an analogy. Imagine you are a farmer who wants to acquire a neighboring farm to increase your crop yield. You would 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Evaluating Financing Options and Investment Returns (50:00 - 70:00)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models can also be used to evaluate different financing options and their impact on investment returns. For example, a company may consider issuing de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To illustrate this concept, let's consider another analogy. Imagine you are a homeowner who wants to finance a new kitchen renovation. You would need to evaluat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Case Study and Group Discussion (70:00 - 90:00)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Let's work on a case study together. We will be given a scenario where a company is considering an M&amp;A opportunity, and we need to apply financial modeling tech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Please break into small groups and discuss the following questions: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What are the potential synergies and cost savings of the merger?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How would you estimate the potential revenue growth and cost savings of the acquisition?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What are the potential risks and challenges of the merger?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Model Risk and Criticisms of Financial Modeling (90:00 - 110:00)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Financial models are not without risks and criticisms. Model risk refers to the potential errors or inaccuracies in financial models, which can result in incorr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To illustrate this concept, let's consider an analogy. Imagine you are a sailor who relies on a map to navigate the ocean. If the map is inaccurate, you may get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Conclusion and Next Steps (110:00 - 120:00)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 conclusion, financial modeling is a powerful tool for evaluating M&amp;A opportunities and investment decisions. By applying financial modeling techniques, we ca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For next steps, please review the case study and group discussion notes, and consider how you can apply financial modeling techniques to your own work or person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309"/>
                </a:solidFill>
              </a:rPr>
              <a:t>Anticipated Learner Questions and Answers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What is the difference between a financial model and a financial statement?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A financial statement is a historical document that shows a company's financial performance, while a financial model is a forward-looking tool that estimates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How do I estimate the potential synergies and cost savings of a merger or acquisition?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You can estimate the potential synergies and cost savings by analyzing the companies' financial statements, identifying areas of overlap and potential cost 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Q: What are the potential risks and challenges of financial modeling?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A: The potential risks and challenges of financial modeling include model risk, data quality issues, and the potential for incorrect assumptions or estimates. 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AAAAA"/>
                </a:solidFill>
              </a:rPr>
              <a:t>Lesson Forge Pro (owner) — This content is educational material only and does not constitute financial, investment, or trading advice.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2026-07-08T18:26:55Z</dcterms:created>
  <dcterms:modified xsi:type="dcterms:W3CDTF">2026-07-08T18:26:55Z</dcterms:modified>
</cp:coreProperties>
</file>