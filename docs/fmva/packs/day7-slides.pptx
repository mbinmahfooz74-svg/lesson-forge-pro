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</a:rPr>
              <a:t>Case Studies and Final Project Presentations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30175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Lesson Forge Pro (owner)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43891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This content is educational material only and does not constitute financial, investment, or trading advice.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Case Studies and Final Project Presentations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Duration: 180 minutes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Bloom's levels: Create, Evaluate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Objectives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Apply financial modeling skills to real-world case studies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Develop and present a final project that demonstrates mastery of financial modeling concepts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Receive feedback and evaluation from instructors and peers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Prerequisites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Model Audit and Risk Management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Agenda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1. Introduction and Review (10 minutes)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2. Case Studies (40 minutes)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3. Final Project Presentations (60 minutes)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4. Break and Energizer (10 minutes)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5. Group Discussion and Feedback (50 minutes)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6. Conclusion and Next Steps (10 minutes)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Introduction and Review (10 minutes)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Welcome students and briefly review the objectives and prerequisites for the session. Use an analogy to introduce the concept of financial modeling: "Just like 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Key points to cover: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Recap of financial modeling concepts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Importance of case studies and final project presentations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Case Studies (40 minutes)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Present 2-3 real-world case studies that demonstrate the application of financial modeling concepts. Use examples such as: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Business valuation using discounted cash flow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Scenario planning for a company's expansion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Use an analogy to explain the concept of scenario planning: "Just like a GPS navigation system provides different routes to a destination, scenario planning pro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Key points to cover: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Application of financial modeling concepts to real-world scenarios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Importance of considering multiple scenarios and uncertainties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Anticipated learner questions: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How do we handle uncertainty in financial modeling?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What are the limitations of financial modeling in real-world scenarios?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We handle uncertainty by using probability distributions and sensitivity analysis.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modeling has limitations, such as assumptions and data quality, but it provides a framework for making informed decisions.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Final Project Presentations (60 minutes)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Have students present their final projects, which demonstrate their mastery of financial modeling concepts. Encourage students to use visual aids and provide fe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Key points to cover: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Application of financial modeling concepts to a real-world project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Importance of clear communication and presentation skills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Anticipated learner questions: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How do we evaluate the success of a financial model?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What are the key components of a good final project presentation?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Answers: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We evaluate the success of a financial model by comparing its outputs to actual results and assessing its limitations.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 good final project presentation includes clear communication, visual aids, and a demonstration of financial modeling concepts.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Break and Energizer (10 minutes)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Take a break and have students participate in an energizer activity, such as a financial modeling-themed game or a group discussion on a current event related 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Group Discussion and Feedback (50 minutes)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Have students participate in a group discussion on the case studies and final project presentations. Encourage students to provide feedback to their peers and 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Challenges and limitations of financial modeling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Best practices for financial modeling and presentation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Use an analogy to explain the concept of feedback: "Just like a sports team uses feedback from coaches and players to improve their performance, we use feedback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Key points to cover: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Importance of feedback and peer review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Best practices for financial modeling and presentation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Anticipated learner questions: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How do we handle feedback and criticism?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What are the key takeaways from the case studies and final project presentations?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We handle feedback and criticism by being open-minded, asking questions, and using it as an opportunity to learn and improve.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The key takeaways from the case studies and final project presentations include the application of financial modeling concepts to real-world scenarios, the importance of considering multiple scenarios and uncertainties, and the need for clear communication and presentation skills.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Conclusion and Next Steps (10 minutes)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Summarize the key points covered in the session and provide next steps for students. Use an analogy to conclude the session: "Just like a financial model provid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Key points to cover: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Recap of key concepts and takeaways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Next steps for students, including additional resources and support.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2026-07-08T18:27:42Z</dcterms:created>
  <dcterms:modified xsi:type="dcterms:W3CDTF">2026-07-08T18:27:42Z</dcterms:modified>
</cp:coreProperties>
</file>