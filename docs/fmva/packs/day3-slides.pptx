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</a:rPr>
              <a:t>Discounted Cash Flow (DCF) Valuation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Lesson Forge Pro (owner)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43891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This content is educational material only and does not constitute financial, investment, or trading advice.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Discounted Cash Flow (DCF) Valuation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Session Overview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 this 120-minute session, we will explore the concept of Discounted Cash Flow (DCF) valuation, its application in estimating business value, and the calculati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Timed Agenda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Time | Topic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--- | ---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0:00 - 5:00 | Introduction to DCF Valuation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5:00 - 15:00 | Main Elements of DCF Valuation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15:00 - 25:00 | Calculating Cost of Capital (WACC) and Discount Rates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25:00 - 35:00 | Energizer/Break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35:00 - 50:00 | Applying DCF Valuation Techniques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50:00 - 65:00 | Evaluating the Strengths and Limitations of DCF Valuation |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Introduction to DCF Valuation (0:00 - 5:00)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Welcome to our session on DCF valuation! To start, let's consider an analogy. Imagine you have a friend who promises to pay you $100 in one year. However, you 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Main Elements of DCF Valuation (5:00 - 15:00)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The main elements of DCF valuation are: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Free Cash Flow Projections: Projections of the amount of cash produced by a company's business operations after paying for operating expenses and capital expenditures.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Discount Rate: The cost of capital (Debt and Equity) for the business.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Terminal Value: The value of a business at the end of the projection period.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Let's use an analogy to illustrate these concepts. Think of a company as a tree that produces fruit (cash flows) over time. The free cash flow projections repre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Calculating Cost of Capital (WACC) and Discount Rates (15:00 - 25:00)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To calculate the cost of capital, we use the Weighted Average Cost of Capital (WACC) formula: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WACC = (Cost of Debt x Debt %) + (Cost of Equity x Equity %)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The discount rate is then used to calculate the present value of future cash flows. For example, if we have a cash flow of $100 in one year, and a discount rate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PV = $100 / (1 + 0.10)^1 = $90.91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Energizer/Break (25:00 - 35:00)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Let's take a short break to stretch and refresh our minds. During this time, consider the following question: What are some common challenges in estimating futu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Applying DCF Valuation Techniques (35:00 - 50:00)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Now, let's apply DCF valuation techniques to a sample company. We will estimate the free cash flow projections, calculate the cost of capital, and determine the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Evaluating the Strengths and Limitations of DCF Valuation (50:00 - 65:00)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DCF valuation has several strengths, including: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It takes into account the time value of money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It provides a framework for estimating the present value of future cash flows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However, DCF valuation also has some limitations, including: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It requires accurate estimates of future cash flows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It is sensitive to changes in discount rates and growth assumptions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Let's discuss these strengths and limitations in more detail, and consider the following question: How can we address the limitations of DCF valuation in practi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Case Study: DCF Valuation in Practice (65:00 - 80:00)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Let's work through a case study to illustrate the application of DCF valuation in practice. We will estimate the intrinsic value of a company using DCF valuatio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Group Discussion and Q&amp;A (80:00 - 120:00)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Now, let's open the floor for a group discussion and Q&amp;A. Some anticipated questions and answers include: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What is the difference between DCF valuation and accounting book value?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DCF valuation estimates the present value of future cash flows, while accounting book value represents the historical cost of assets.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How do we estimate the cost of capital?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We can estimate the cost of capital using the WACC formula, which takes into account the cost of debt and equity.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What are some common challenges in applying DCF valuation in practice?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Some common challenges include estimating future cash flows, determining the discount rate, and addressing the limitations of DCF valuation.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 hope this session has provided a comprehensive overview of DCF valuation and its application in practice. Thank you for your participation, and I look forward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2026-07-08T18:26:09Z</dcterms:created>
  <dcterms:modified xsi:type="dcterms:W3CDTF">2026-07-08T18:26:09Z</dcterms:modified>
</cp:coreProperties>
</file>