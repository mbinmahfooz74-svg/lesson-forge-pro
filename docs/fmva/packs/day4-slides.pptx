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</a:rPr>
              <a:t>Scenario Planning and Sensitivity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Lesson Forge Pro (owner)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This content is educational material only and does not constitute financial, investment, or trading advice.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</a:rPr>
              <a:t>Scenario Planning and Sensitivity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Lesson Forge Pro (owner) — This content is educational material only and does not constitute financial, investment, or trading advice.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</a:rPr>
              <a:t>Session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In this 90-minute session, we will explore the concepts of scenario planning and sensitivity analysis, and how they can be applied to evaluate business outcomes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Lesson Forge Pro (owner) — This content is educational material only and does not constitute financial, investment, or trading advice.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</a:rPr>
              <a:t>Timed 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| Time | Topic | Duration |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| --- | --- | --- |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| 0:00 | Introduction and Objectives | 5 minutes |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| 0:05 | Scenario Planning | 20 minutes |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| 0:25 | Energizer/Break | 5 minutes |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| 0:30 | Sensitivity Analysis | 30 minutes |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| 1:00 | Creating Interactive Dashboards | 20 minutes |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| 1:20 | Conclusion and Q&amp;A | 10 minutes |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Lesson Forge Pro (owner) — This content is educational material only and does not constitute financial, investment, or trading advice.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</a:rPr>
              <a:t>Introduction and Objectives (0:00 - 0:05)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Welcome to the session on Scenario Planning and Sensitivity Analysis! My name is [Your Name], and I will be your guide through this journey. Before we begin, 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Develop scenario plans to evaluate business outcomes under different assumptions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Apply sensitivity analysis to test the robustness of financial models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Create interactive dashboards to visualize scenario results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These objectives are aligned with Bloom's levels of Apply and Create, which means we will be applying theoretical concepts to real-world scenarios and creating 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Lesson Forge Pro (owner) — This content is educational material only and does not constitute financial, investment, or trading advice.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</a:rPr>
              <a:t>Scenario Planning (0:05 - 0:25)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Scenario planning is a technique used to evaluate business outcomes under different assumptions. It's like playing a game of "what if" - what if the market grow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Let's consider an analogy. Imagine you're planning a road trip from New York to Los Angeles. You can take different routes, such as the Northern route, the Sout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Some key concepts in scenario planning include: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Identifying key drivers of change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Developing plausible and relevant scenarios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Evaluating the impact of each scenario on business outcomes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Lesson Forge Pro (owner) — This content is educational material only and does not constitute financial, investment, or trading advice.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</a:rPr>
              <a:t>Energizer/Break (0:25 - 0:30)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Let's take a short break to stretch our legs and refresh our minds. Can you think of a time when you had to make a decision under uncertainty? How did you appro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Lesson Forge Pro (owner) — This content is educational material only and does not constitute financial, investment, or trading advice.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</a:rPr>
              <a:t>Sensitivity Analysis (0:30 - 1:00)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Sensitivity analysis is a technique used to test the robustness of financial models. It's like asking the question - what if our assumptions are wrong? What if 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Let's consider another analogy. Imagine you're building a house, and you're using a blueprint to guide the construction process. The blueprint is like a financi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Some key concepts in sensitivity analysis include: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Identifying key inputs and outputs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Analyzing the sensitivity of outputs to changes in inputs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Evaluating the robustness of the model to different scenarios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Lesson Forge Pro (owner) — This content is educational material only and does not constitute financial, investment, or trading advice.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</a:rPr>
              <a:t>Creating Interactive Dashboards (1:00 - 1:20)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Interactive dashboards are a powerful tool for visualizing scenario results. They allow us to explore different scenarios and see the impact on business outcome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Let's consider an example. Suppose we're evaluating the potential impact of a new product launch on our revenue. We can create an interactive dashboard that sho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Lesson Forge Pro (owner) — This content is educational material only and does not constitute financial, investment, or trading advice.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</a:rPr>
              <a:t>Conclusion and Q&amp;A (1:20 - 1:30)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That's all the time we have for today's session. I hope you now have a better understanding of scenario planning and sensitivity analysis, and how they can be 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Anticipated learner questions: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Q: How do we identify key drivers of change in scenario planning?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A: We can identify key drivers of change by analyzing market trends, competitor activity, and internal factors such as production capacity and supply chain risk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Q: What is the difference between sensitivity analysis and scenario planning?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A: Sensitivity analysis is a technique used to test the robustness of financial models, while scenario planning is a technique used to evaluate business outcome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Q: How do we create interactive dashboards?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A: We can create interactive dashboards using tools such as Excel, Tableau, or Power BI. The key is to identify the key inputs and outputs, and to design a user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Lesson Forge Pro (owner) — This content is educational material only and does not constitute financial, investment, or trading advice.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2026-07-08T18:26:32Z</dcterms:created>
  <dcterms:modified xsi:type="dcterms:W3CDTF">2026-07-08T18:26:32Z</dcterms:modified>
</cp:coreProperties>
</file>