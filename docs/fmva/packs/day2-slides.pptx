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</a:rPr>
              <a:t>Financial Statement Forecasting and Analysis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30175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Lesson Forge Pro (owner)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43891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This content is educational material only and does not constitute financial, investment, or trading advice.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Financial Statement Forecasting and Analysis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Session Overview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 this 120-minute session, we will explore the world of financial statement forecasting and analysis. By the end of this session, you will be able to prepare 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Timed Agenda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Time | Topic | Duration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--- | --- | ---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0:00 | Introduction and Energizer | 5 minutes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0:05 | Financial Modeling Overview | 15 minutes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0:20 | Financial Statement Analysis | 20 minutes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0:40 | Break | 10 minutes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0:50 | Key Financial Ratios and Metrics | 20 minutes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1:10 | Case Study and Group Discussion | 20 minutes |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Introduction and Energizer (0:00 - 0:05)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Let's start with a quick energizer to get everyone engaged. Imagine you are a financial analyst, and you need to forecast the financial performance of a company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Financial Modeling Overview (0:05 - 0:20)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Financial modeling is like building a house. You need a strong foundation, a clear plan, and the right tools to get the job done. In financial modeling, our fou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Business valuation, stock valuation, and project valuation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Scenario planning, FP&amp;A, and management decision making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Budgeting, capital budgeting, and cash flow forecasting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Think of financial modeling like a recipe. You need to combine the right ingredients (data) in the right proportions (assumptions) to get the desired outcome (f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Financial Statement Analysis (0:20 - 0:40)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Financial statement analysis is like being a detective. You need to examine the clues (financial statements) to solve the mystery (evaluate business performance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Balance sheet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Income statement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Cash flow statement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Statement of changes in equity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We will also discuss the management discussion and analysis (MD&amp;A) section, which provides a description of the company's performance and future prospects.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Break (0:40 - 0:50)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Take a 10-minute break to stretch, grab a snack, and refresh your minds.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Key Financial Ratios and Metrics (0:50 - 1:10)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Financial ratios and metrics are like a dashboard in a car. They provide a quick snapshot of the company's performance and help you navigate the road ahead. Let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Liquidity ratios (current ratio, quick ratio)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Profitability ratios (gross margin, net profit margin)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Efficiency ratios (asset turnover, inventory turnover)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Solvency ratios (debt-to-equity, interest coverage)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Think of these ratios like a puzzle. Each piece provides a unique insight, and when combined, they form a complete picture of the company's financial health.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Case Study and Group Discussion (1:10 - 1:30)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Let's apply what we've learned to a real-world case study. We will work in groups to analyze a company's financial statements and identify key areas of strength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Conclusion and Q&amp;A (1:30 - 1:40)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Let's summarize what we've covered today and address any questions you may have. Remember, financial statement forecasting and analysis is like solving a puzzle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Anticipated Learner Questions and Answers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Q: What is the difference between financial modeling and financial statement analysis?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A: Financial modeling is the process of creating a forecast or projection of a company's financial performance, while financial statement analysis is the proces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Q: How do I choose the right financial ratios and metrics for my analysis?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A: The choice of ratios and metrics depends on the company's industry, size, and specific circumstances. It's essential to select ratios that are relevant and m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Q: What are some common pitfalls to avoid in financial statement forecasting and analysis?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A: Some common pitfalls include relying too heavily on historical data, failing to consider external factors, and ignoring the limitations of financial models. 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2026-07-08T18:25:47Z</dcterms:created>
  <dcterms:modified xsi:type="dcterms:W3CDTF">2026-07-08T18:25:47Z</dcterms:modified>
</cp:coreProperties>
</file>