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</a:rPr>
              <a:t>Model Audit and Risk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Lesson Forge Pro (owner)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This content is educational material only and does not constitute financial, investment, or trading advice.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Model Audit and Risk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Session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 this 90-minute session, we will explore the importance of model audits and risk management in financial modeling. By the end of this session, you will be abl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Timed 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Time | Topic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--- | ---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0:00 - 0:05 | Introduction and Objectives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0:05 - 0:20 | Importance of Model Audits and Risk Management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0:20 - 0:35 | Conducting Model Audits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0:35 - 0:45 | Energizer/Break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0:45 - 1:05 | Developing Risk Management Strategies |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| 1:05 - 1:20 | Creating Model Documentation |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Introduction and Objectives (0:00 - 0:05)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Welcome to the session on Model Audit and Risk Management. As financial modelers, we need to ensure that our models are accurate, reliable, and transparent. In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Conduct model audits to identify and mitigate risks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 risk management strategies to address model limitations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Create model documentation to ensure transparency and reproducibility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Think of a model audit like a health check-up for your financial model. Just as a doctor checks your vital signs to ensure you're healthy, a model audit checks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Importance of Model Audits and Risk Management (0:05 - 0:20)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Model audits and risk management are crucial in financial modeling because they help identify and mitigate potential risks. A model risk is like a ticking time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For example, imagine you're building a house. You need to ensure that the foundation is strong and stable before you start constructing the walls and roof. Simi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Conducting Model Audits (0:20 - 0:35)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Conducting a model audit involves reviewing your model's assumptions, inputs, and outputs to ensure they are accurate and reliable. It's like checking the ingre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Here are some steps to follow when conducting a model audit: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Review your model's documentation to ensure it's up-to-date and accurate.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Check your model's inputs to ensure they are reliable and consistent.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Verify your model's outputs to ensure they are accurate and reasonable.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Energizer/Break (0:35 - 0:45)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Let's take a short break to stretch our legs and refresh our minds. During this break, think about a time when you encountered a model risk in your work. How di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Developing Risk Management Strategies (0:45 - 1:05)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Developing risk management strategies involves identifying potential risks and taking corrective action to mitigate them. It's like having a fire evacuation pla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Here are some steps to follow when developing risk management strategies: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Identify potential risks and prioritize them based on their likelihood and impact.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Develop corrective action plans to mitigate each risk.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Monitor and review your risk management strategies regularly to ensure they are effective.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For example, imagine you're building a bridge. You need to ensure that it can withstand strong winds and earthquakes. Similarly, in financial modeling, you need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Creating Model Documentation (1:05 - 1:20)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Creating model documentation is essential to ensure transparency and reproducibility. It's like writing a recipe for your favorite dish - you want to ensure tha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Here are some best practices to follow when creating model documentation: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Use clear and concise language to explain your model's assumptions and methodology.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Include diagrams and flowcharts to illustrate your model's logic and workflow.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Keep your documentation up-to-date and accurate.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Conclusion and Next Steps (1:20 - 1:30)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 conclusion, model audits and risk management are essential in financial modeling. By conducting regular model audits, developing risk management strategies,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As a next step, I encourage you to apply the concepts learned in this session to your own work. Remember, a model audit is like a health check-up for your finan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</a:rPr>
              <a:t>Anticipated Learner Questions and Answers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What is the difference between a model audit and risk management?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A model audit is a review of your model's assumptions, inputs, and outputs to ensure they are accurate and reliable. Risk management involves identifying pot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How often should I conduct a model audit?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It depends on the complexity and criticality of your model. As a general rule, you should conduct a model audit at least once a year, or whenever you make si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Q: What are some common model risks that I should be aware of?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A: Some common model risks include data errors, assumption errors, and methodology errors. You should also be aware of external risks such as changes in market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Lesson Forge Pro (owner) — This content is educational material only and does not constitute financial, investment, or trading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2026-07-08T18:27:18Z</dcterms:created>
  <dcterms:modified xsi:type="dcterms:W3CDTF">2026-07-08T18:27:18Z</dcterms:modified>
</cp:coreProperties>
</file>